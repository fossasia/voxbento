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VoxBento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Real-Time AI Interpretation &amp; Distributed Media Architecture</a:t>
            </a:r>
          </a:p>
          <a:p/>
          <a:p>
            <a:r>
              <a:t>By Arnav Angarkar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&amp;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events require real-time, multilingual interpretation.</a:t>
            </a:r>
          </a:p>
          <a:p>
            <a:pPr lvl="1"/>
            <a:r>
              <a:t>The Constraints:</a:t>
            </a:r>
          </a:p>
          <a:p>
            <a:pPr lvl="2"/>
            <a:r>
              <a:t>Audio latency must be sub-second.</a:t>
            </a:r>
          </a:p>
          <a:p>
            <a:pPr lvl="2"/>
            <a:r>
              <a:t>Heavy AI models (LLMs/STT) cannot block the live human audio path.</a:t>
            </a:r>
          </a:p>
          <a:p>
            <a:pPr lvl="1"/>
            <a:r>
              <a:t>The Solution - VoxBento:</a:t>
            </a:r>
          </a:p>
          <a:p>
            <a:pPr lvl="2"/>
            <a:r>
              <a:t>Browser-first, zero-install WebRTC platform.</a:t>
            </a:r>
          </a:p>
          <a:p>
            <a:pPr lvl="2"/>
            <a:r>
              <a:t>Decouples application state from media routing.</a:t>
            </a:r>
          </a:p>
          <a:p>
            <a:pPr lvl="2"/>
            <a:r>
              <a:t>Runs concurrent AI pipelines without latency hits.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Decoupling State from Media Routing</a:t>
            </a:r>
          </a:p>
          <a:p>
            <a:pPr lvl="1"/>
            <a:r>
              <a:t>The Anti-Pattern:</a:t>
            </a:r>
          </a:p>
          <a:p>
            <a:pPr lvl="2"/>
            <a:r>
              <a:t>Routing media through monolithic backend (e.g., Python GIL, blocking I/O).</a:t>
            </a:r>
          </a:p>
          <a:p>
            <a:pPr lvl="1"/>
            <a:r>
              <a:t>Application Layer (FastAPI + WebSockets):</a:t>
            </a:r>
          </a:p>
          <a:p>
            <a:pPr lvl="2"/>
            <a:r>
              <a:t>Handles state, JWT auth, and active microphone coordination.</a:t>
            </a:r>
          </a:p>
          <a:p>
            <a:pPr lvl="1"/>
            <a:r>
              <a:t>Media Backbone (MediaMTX):</a:t>
            </a:r>
          </a:p>
          <a:p>
            <a:pPr lvl="2"/>
            <a:r>
              <a:t>WHIP / WHEP WebRTC ingest and delivery.</a:t>
            </a:r>
          </a:p>
          <a:p>
            <a:pPr lvl="2"/>
            <a:r>
              <a:t>Python server never touches the live audio RTP packets.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Pipeline &amp; Headless Workers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Shoehorning slow AI models into low-latency environments.</a:t>
            </a:r>
          </a:p>
          <a:p>
            <a:pPr lvl="1"/>
            <a:r>
              <a:t>Floor Audio Bot:</a:t>
            </a:r>
          </a:p>
          <a:p>
            <a:pPr lvl="2"/>
            <a:r>
              <a:t>Headless Chromium joins the main floor (Jitsi) to capture audio.</a:t>
            </a:r>
          </a:p>
          <a:p>
            <a:pPr lvl="2"/>
            <a:r>
              <a:t>Feeds audio via RTSP / ffmpeg directly to AI workers.</a:t>
            </a:r>
          </a:p>
          <a:p>
            <a:pPr lvl="1"/>
            <a:r>
              <a:t>Concurrency &amp; Out-of-band Processing:</a:t>
            </a:r>
          </a:p>
          <a:p>
            <a:pPr lvl="2"/>
            <a:r>
              <a:t>Workers process audio chunks asynchronously.</a:t>
            </a:r>
          </a:p>
          <a:p>
            <a:pPr lvl="2"/>
            <a:r>
              <a:t>Results stream back to clients over WebSockets.</a:t>
            </a:r>
          </a:p>
          <a:p>
            <a:pPr lvl="2"/>
            <a:r>
              <a:t>Human interpretation path remains perfectly unobstructed.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AI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Leveraging the right model for the right job.</a:t>
            </a:r>
          </a:p>
          <a:p>
            <a:pPr lvl="1"/>
            <a:r>
              <a:t>Local / Edge Inference:</a:t>
            </a:r>
          </a:p>
          <a:p>
            <a:pPr lvl="2"/>
            <a:r>
              <a:t>faster-whisper for on-device speed and strict data privacy.</a:t>
            </a:r>
          </a:p>
          <a:p>
            <a:pPr lvl="1"/>
            <a:r>
              <a:t>Cloud-Scale LLM Inference:</a:t>
            </a:r>
          </a:p>
          <a:p>
            <a:pPr lvl="2"/>
            <a:r>
              <a:t>OpenAI, Anthropic, Gemini, and Deepgram.</a:t>
            </a:r>
          </a:p>
          <a:p>
            <a:pPr lvl="2"/>
            <a:r>
              <a:t>Used for highly contextual, continuous live machine translation.</a:t>
            </a:r>
          </a:p>
          <a:p>
            <a:pPr lvl="1"/>
            <a:r>
              <a:t>Scalability:</a:t>
            </a:r>
          </a:p>
          <a:p>
            <a:pPr lvl="2"/>
            <a:r>
              <a:t>Pluggable provider interface allows swapping models based on event needs.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is VoxBento heading next?</a:t>
            </a:r>
          </a:p>
          <a:p>
            <a:pPr lvl="1"/>
            <a:r>
              <a:t>Fully Autonomous AI Interpreters.</a:t>
            </a:r>
          </a:p>
          <a:p>
            <a:pPr lvl="1"/>
            <a:r>
              <a:t>Voice Cloning for hyper-realistic translated dubbing.</a:t>
            </a:r>
          </a:p>
          <a:p>
            <a:pPr lvl="1"/>
            <a:r>
              <a:t>RAG integration for event-specific terminology.</a:t>
            </a:r>
          </a:p>
          <a:p>
            <a:pPr>
              <a:defRPr b="1"/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